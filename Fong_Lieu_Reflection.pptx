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10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8046720" cy="228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full NER pipeline end-to-end by applying pretrained </a:t>
            </a:r>
            <a:r>
              <a:rPr lang="en-US" sz="16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models, annotating in Label Studio, calculating Cohen's Kappa for IAA, and training custom NER models.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620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write and iterate annotation guidelines for noisy, informal Twitter text. Handling multilingual tweets and ambiguous entity boundaries required more edge case examples than expected.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30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078224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at dividing annotation work fairly, reviewing disagreements constructively, and updating guidelines as a team after each IAA check to make sure we were on the same page.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8046720" cy="228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Annotation disagreements and low IAA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56816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batch, we reviewed every disagreement together, identified patterns, and updated the guidelines with additional edge case examples. IAA improved progressively across batches as a result.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Low model performance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694176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tweets in the corpus had no entities at all, causing the model to over-predict 'O'. We filtered the training set to include only tweets with at least one annotated entity, which significantly improved precision and recall on the re-trained model.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Evaluation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8046720" cy="228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Partner: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Marcela     </a:t>
            </a: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</a:t>
            </a: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36397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274725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detail-oriented when writing and revising the annotation guidelines.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re-trained the NER model persistently to improve results.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Communicated constantly and was always punctual with her contributions.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509439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for Growth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847767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area to explore in future projects could be experimenting more with hyperparameter tuning to optimize model performance even more.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8046720" cy="228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48640" y="131687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step-by-step guide like previous assignments: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were broader and kind of unclear. A numbered walkthrough (e.g. Step 1: export data, Step 2: set up Label Studio, Step 3: annotate Batch 1) would make the pipeline much easier to follow.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912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Label Studio roles and project setup: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unclear when to use annotator vs. reviewer mode, how to set up ground truth, and what the correct project settings should be. A short setup guide specific to this assignment would save a lot of time.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6571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pre-filtering tweets before training: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tweets had no entities at all, which hurt model performance – knowing this would have been helpful because we didn’t annotate enough to train the model correctly.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411</Words>
  <Application>Microsoft Office PowerPoint</Application>
  <PresentationFormat>On-screen Show (16:9)</PresentationFormat>
  <Paragraphs>28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Reflection – Assignment 4</dc:title>
  <dc:subject>PptxGenJS Presentation</dc:subject>
  <dc:creator>Fong Lieu</dc:creator>
  <cp:lastModifiedBy>Fong Lieu</cp:lastModifiedBy>
  <cp:revision>2</cp:revision>
  <dcterms:created xsi:type="dcterms:W3CDTF">2026-04-19T03:37:41Z</dcterms:created>
  <dcterms:modified xsi:type="dcterms:W3CDTF">2026-04-19T03:48:29Z</dcterms:modified>
</cp:coreProperties>
</file>